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Update: Poker Game Simulator with Expectiminimax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Course: CSE440 | Section 01 | Group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Group 7 | Kazi Eraj Al Minahi Turjo, Md. Sabbir Hossain, Nashita Tasneem Noor, Talha Imtiaz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Build a simplified Texas Hold'em simulator.</a:t>
            </a:r>
          </a:p>
          <a:p>
            <a:pPr>
              <a:defRPr sz="2000"/>
            </a:pPr>
            <a:r>
              <a:t>Integrate Expectiminimax for strategic AI decisions under uncertainty.</a:t>
            </a:r>
          </a:p>
          <a:p>
            <a:pPr>
              <a:defRPr sz="2000"/>
            </a:pPr>
            <a:r>
              <a:t>Evaluate behavior against baseline strategies.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Group 7 | Kazi Eraj Al Minahi Turjo, Md. Sabbir Hossain, Nashita Tasneem Noor, Talha Imtiaz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Game engine: deck, dealing, rounds, pot and chips management.</a:t>
            </a:r>
          </a:p>
          <a:p>
            <a:pPr>
              <a:defRPr sz="2000"/>
            </a:pPr>
            <a:r>
              <a:t>Hand evaluator: 7-card ranking and score mapping.</a:t>
            </a:r>
          </a:p>
          <a:p>
            <a:pPr>
              <a:defRPr sz="2000"/>
            </a:pPr>
            <a:r>
              <a:t>AI search: MAX, MIN, CHANCE recursive nodes.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Group 7 | Kazi Eraj Al Minahi Turjo, Md. Sabbir Hossain, Nashita Tasneem Noor, Talha Imtiaz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(Weeks 1-5)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Topic finalization and architecture planning completed.</a:t>
            </a:r>
          </a:p>
          <a:p>
            <a:pPr>
              <a:defRPr sz="2000"/>
            </a:pPr>
            <a:r>
              <a:t>Core simulator prototype implemented and tested.</a:t>
            </a:r>
          </a:p>
          <a:p>
            <a:pPr>
              <a:defRPr sz="2000"/>
            </a:pPr>
            <a:r>
              <a:t>Initial hand evaluator integrated.</a:t>
            </a:r>
          </a:p>
          <a:p>
            <a:pPr>
              <a:defRPr sz="2000"/>
            </a:pPr>
            <a:r>
              <a:t>Expectiminimax integration in progress with depth tuning.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Group 7 | Kazi Eraj Al Minahi Turjo, Md. Sabbir Hossain, Nashita Tasneem Noor, Talha Imtiaz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Finalize utility and depth parameters.</a:t>
            </a:r>
          </a:p>
          <a:p>
            <a:pPr>
              <a:defRPr sz="2000"/>
            </a:pPr>
            <a:r>
              <a:t>Run controlled experiments vs random/rule-based baselines.</a:t>
            </a:r>
          </a:p>
          <a:p>
            <a:pPr>
              <a:defRPr sz="2000"/>
            </a:pPr>
            <a:r>
              <a:t>Prepare final report, final slides, and polished demo video.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Group 7 | Kazi Eraj Al Minahi Turjo, Md. Sabbir Hossain, Nashita Tasneem Noor, Talha Imtiaz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