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Final Presentation: Poker Game Simulator with Expectiminimax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Course: CSE440 | Section 01 | Group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Group 7 | Kazi Eraj Al Minahi Turjo, Md. Sabbir Hossain, Nashita Tasneem Noor, Talha Imtiaz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Poker decisions involve uncertainty, hidden information, and stochastic events.</a:t>
            </a:r>
          </a:p>
          <a:p>
            <a:pPr>
              <a:defRPr sz="2000"/>
            </a:pPr>
            <a:r>
              <a:t>Goal: create a simulator and AI strategy engine that reasons under chance.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Group 7 | Kazi Eraj Al Minahi Turjo, Md. Sabbir Hossain, Nashita Tasneem Noor, Talha Imtiaz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Simplified Texas Hold'em environment with sequential betting rounds.</a:t>
            </a:r>
          </a:p>
          <a:p>
            <a:pPr>
              <a:defRPr sz="2000"/>
            </a:pPr>
            <a:r>
              <a:t>Expectiminimax model with MAX (AI), MIN (opponent), CHANCE (card draw).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Group 7 | Kazi Eraj Al Minahi Turjo, Md. Sabbir Hossain, Nashita Tasneem Noor, Talha Imtiaz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State includes turn, chips, pot, hole cards, board cards, and action history.</a:t>
            </a:r>
          </a:p>
          <a:p>
            <a:pPr>
              <a:defRPr sz="2000"/>
            </a:pPr>
            <a:r>
              <a:t>Actions: fold, call, raise with simplified betting constraints.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Group 7 | Kazi Eraj Al Minahi Turjo, Md. Sabbir Hossain, Nashita Tasneem Noor, Talha Imtiaz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7-card evaluator ranks hands from high card to straight flush.</a:t>
            </a:r>
          </a:p>
          <a:p>
            <a:pPr>
              <a:defRPr sz="2000"/>
            </a:pPr>
            <a:r>
              <a:t>Numeric utility supports tree-search comparisons.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Group 7 | Kazi Eraj Al Minahi Turjo, Md. Sabbir Hossain, Nashita Tasneem Noor, Talha Imtiaz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and Decision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Depth-limited recursive search to control complexity.</a:t>
            </a:r>
          </a:p>
          <a:p>
            <a:pPr>
              <a:defRPr sz="2000"/>
            </a:pPr>
            <a:r>
              <a:t>Expected values aggregated over chance outcomes.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Group 7 | Kazi Eraj Al Minahi Turjo, Md. Sabbir Hossain, Nashita Tasneem Noor, Talha Imtiaz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main.py as entry point.</a:t>
            </a:r>
          </a:p>
          <a:p>
            <a:pPr>
              <a:defRPr sz="2000"/>
            </a:pPr>
            <a:r>
              <a:t>Modular package for game engine, AI logic, and visualization.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Group 7 | Kazi Eraj Al Minahi Turjo, Md. Sabbir Hossain, Nashita Tasneem Noor, Talha Imtiaz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AI tested against random and simple rule-based baselines.</a:t>
            </a:r>
          </a:p>
          <a:p>
            <a:pPr>
              <a:defRPr sz="2000"/>
            </a:pPr>
            <a:r>
              <a:t>Tracked win rate, chip delta trend, and action profile.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Group 7 | Kazi Eraj Al Minahi Turjo, Md. Sabbir Hossain, Nashita Tasneem Noor, Talha Imtiaz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Observed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AI generally shows stronger showdown selection and fold discipline.</a:t>
            </a:r>
          </a:p>
          <a:p>
            <a:pPr>
              <a:defRPr sz="2000"/>
            </a:pPr>
            <a:r>
              <a:t>Performance is sensitive to depth and utility scaling.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Group 7 | Kazi Eraj Al Minahi Turjo, Md. Sabbir Hossain, Nashita Tasneem Noor, Talha Imtiaz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Simplified betting abstraction vs full poker complexity.</a:t>
            </a:r>
          </a:p>
          <a:p>
            <a:pPr>
              <a:defRPr sz="2000"/>
            </a:pPr>
            <a:r>
              <a:t>State-space growth limits deep exhaustive exploration.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Group 7 | Kazi Eraj Al Minahi Turjo, Md. Sabbir Hossain, Nashita Tasneem Noor, Talha Imtiaz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Project demonstrates feasible strategic play with Expectiminimax.</a:t>
            </a:r>
          </a:p>
          <a:p>
            <a:pPr>
              <a:defRPr sz="2000"/>
            </a:pPr>
            <a:r>
              <a:t>Future: richer opponent modeling and stronger abstractions.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Group 7 | Kazi Eraj Al Minahi Turjo, Md. Sabbir Hossain, Nashita Tasneem Noor, Talha Imtiaz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